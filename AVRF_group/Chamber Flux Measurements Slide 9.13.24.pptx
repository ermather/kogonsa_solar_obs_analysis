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434B-A807-6947-B220-8D1B88DDD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3A548-46B7-6218-CF90-D6905542F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99D87-3A62-8ADC-1449-4CD3D33A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6D8E6-1DB4-9FC4-67B0-5DADBE64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91FB-61DF-B053-AD68-E233D945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8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2415-1D5E-E1B5-588B-A0B95C4E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01E0-336E-98E2-09E3-A36049965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D72F-4854-D1F1-291F-0562F818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BAF2-BCBE-A0AF-BEF3-7C35FDA0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F6F8-895C-7235-D619-B173BE75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6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2C94-D618-20CC-409D-899AD2EF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ACACE-4096-1A4D-6CB0-2FD69F55B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52240-9959-C4F9-CF7F-086DFA485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F1D06-8DA3-D557-F5E0-AF1CB646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7C5BC-9548-907C-5850-9BF7060D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8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CB71-8B58-17EB-FB6B-CA4FACFB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C0482-C288-219F-1025-9FCEF5F14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FDF0A-84E2-3CB5-8A54-D2BA3E008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B0D74-5A93-B329-BFF1-D8C0CBDE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9BDE6-6AFB-4698-580B-E122812E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3B9A2-DE5C-3444-7266-4C584FAB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9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A41B-C516-5ECA-FA19-506C95E2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554DA-8826-9C62-14BE-F8F34AA5E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25D8F-8926-DAD8-8443-F1B82FF5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2CE59-735D-D019-49C3-0C14B5E31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59759-9A27-A1AD-3AC4-10965C69D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3D7E4-3CF6-02AD-94F9-2645DCE8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8CEC8-173E-7503-7128-E4C67ED0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6A57F-2D84-8B2D-069A-CCC276C0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2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99EC-7CBB-E905-B465-203DA40E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DF658-4BFA-0188-2216-28F2B26F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07B41-EE9B-23BB-CFF9-3E2DEF08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F3F87-BACF-F2B1-89F1-847266BC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9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D8289-8350-55AC-015F-3C085C2F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8E1B5-DA85-0E7F-3EF2-B6F7B51A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C3EA2-4EB9-A3AF-B3B3-0489AC72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8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42FD-EDB1-066D-250C-0D718BFD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B971-6A86-E8C9-0787-723DB6BB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C5177-9916-8A45-AD52-DFEBDFD62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7C9C6-37BB-7DD9-FE57-40C8FF42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4E734-D917-E196-062B-5D05C0CB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F96C5-F981-EB3C-51FC-76682DC1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8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A3DB-DE6E-BA0F-8AC6-E7233962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33A15-1126-AD8B-AACA-E905AC11C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693C5-5ABE-3398-E9CF-03EE379B5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1B60F-C5F8-42E1-22BC-6FE97ECC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E2EEE-B9FD-DB66-418E-FD663B8B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32F1E-4D51-8301-0F42-3DE66BB7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9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F73C-2D9B-CCD6-9A70-0C6F80F3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34AA4-6A16-8427-2AF0-ED35649BE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0272-5A3D-D23C-B5FF-52448F7D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FC85-8A3E-537C-D5FC-FAA9FFF0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357E0-F471-556D-1E6A-8EF4C8F3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EE27E-74D3-DB12-B352-74A31955A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3A69F-9F4E-68BC-AD9A-AFF57A6B6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24D89-F1CB-C163-A255-4CC3BE7F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078D4-5640-4C06-A42C-D2E340AA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A491E-8E39-1B38-D6DA-0412478A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3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C3FC2-3494-6BE9-92B3-77DB0996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A2546-F4BF-8930-586E-5348AB20A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35876-A8FA-C0E7-C891-73D3BFD33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B37F5-3697-40D3-BF63-CA60665FAC8E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70EEF-5C96-E72A-E4D8-9926C25B5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5C4E-BA5B-F817-88F0-8EA5EF684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43CA4-171D-49BC-A948-4CC0FAAEC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7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CA2ACB-8A5C-4AE6-0467-E4B879DFD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69256" y="1625621"/>
            <a:ext cx="5375153" cy="403136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9F180EE-1188-7BC0-8469-99F08983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708" y="365125"/>
            <a:ext cx="6102849" cy="12135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Chamber Flux Measurements at Morey</a:t>
            </a:r>
          </a:p>
        </p:txBody>
      </p:sp>
      <p:pic>
        <p:nvPicPr>
          <p:cNvPr id="1026" name="Picture 2" descr="Image preview">
            <a:extLst>
              <a:ext uri="{FF2B5EF4-FFF2-40B4-BE49-F238E27FC236}">
                <a16:creationId xmlns:a16="http://schemas.microsoft.com/office/drawing/2014/main" id="{57D0BD15-C837-D543-B349-AB00390A6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939" y="1911921"/>
            <a:ext cx="7133477" cy="416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90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Chamber Flux Measurements at Morey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Mather</dc:creator>
  <cp:lastModifiedBy>Emily Mather</cp:lastModifiedBy>
  <cp:revision>1</cp:revision>
  <dcterms:created xsi:type="dcterms:W3CDTF">2024-09-13T17:46:59Z</dcterms:created>
  <dcterms:modified xsi:type="dcterms:W3CDTF">2024-09-13T17:48:05Z</dcterms:modified>
</cp:coreProperties>
</file>